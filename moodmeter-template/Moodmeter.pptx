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FE7"/>
    <a:srgbClr val="FAFEC2"/>
    <a:srgbClr val="F4FE90"/>
    <a:srgbClr val="F7F703"/>
    <a:srgbClr val="FDF955"/>
    <a:srgbClr val="FBE1EB"/>
    <a:srgbClr val="F5ADCC"/>
    <a:srgbClr val="F298BF"/>
    <a:srgbClr val="E7457F"/>
    <a:srgbClr val="CC0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193" y="7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689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983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725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737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552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0741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69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210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5764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164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086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C3F83-2541-428C-AB53-0794EFD7294C}" type="datetimeFigureOut">
              <a:rPr lang="nl-NL" smtClean="0"/>
              <a:t>19-7-2024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0EFBA-E624-476E-AC32-14E49366B08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620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hthoek 135">
            <a:extLst>
              <a:ext uri="{FF2B5EF4-FFF2-40B4-BE49-F238E27FC236}">
                <a16:creationId xmlns:a16="http://schemas.microsoft.com/office/drawing/2014/main" id="{FE30833F-33A8-4103-EEE0-A5F515312C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336" y="0"/>
            <a:ext cx="911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564A3B0F-DCE8-81C2-5981-A75041716C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2851355"/>
            <a:ext cx="776749" cy="577645"/>
          </a:xfrm>
          <a:prstGeom prst="rect">
            <a:avLst/>
          </a:prstGeom>
          <a:solidFill>
            <a:srgbClr val="FBE1EB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Geraakt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83AB925-0257-05B9-022F-A2CAE55539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2851355"/>
            <a:ext cx="776749" cy="577645"/>
          </a:xfrm>
          <a:prstGeom prst="rect">
            <a:avLst/>
          </a:prstGeom>
          <a:solidFill>
            <a:srgbClr val="FBE1EB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 err="1">
                <a:solidFill>
                  <a:schemeClr val="tx1"/>
                </a:solidFill>
                <a:latin typeface="Ubuntu" panose="020B0504030602030204" pitchFamily="34" charset="0"/>
              </a:rPr>
              <a:t>Ongemak-kelijk</a:t>
            </a:r>
            <a:endParaRPr lang="nl-NL" sz="900" dirty="0">
              <a:solidFill>
                <a:schemeClr val="tx1"/>
              </a:solidFill>
              <a:latin typeface="Ubuntu" panose="020B0504030602030204" pitchFamily="34" charset="0"/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E72F00F8-DFB8-8D39-1229-FED0FD23E9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2851355"/>
            <a:ext cx="776749" cy="577645"/>
          </a:xfrm>
          <a:prstGeom prst="rect">
            <a:avLst/>
          </a:prstGeom>
          <a:solidFill>
            <a:srgbClr val="FBE1EB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Bezorgd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F16EF8FD-2776-05EE-91DB-043F2C0019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5004" y="2851355"/>
            <a:ext cx="776749" cy="577645"/>
          </a:xfrm>
          <a:prstGeom prst="rect">
            <a:avLst/>
          </a:prstGeom>
          <a:solidFill>
            <a:srgbClr val="FBE1EB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Onrustig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B5176962-2187-7D86-BE27-A52299784E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2855039"/>
            <a:ext cx="776749" cy="577645"/>
          </a:xfrm>
          <a:prstGeom prst="rect">
            <a:avLst/>
          </a:prstGeom>
          <a:solidFill>
            <a:srgbClr val="FBE1EB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Afkerig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EB9ACBF9-B19F-A9DD-C77B-2E74A030B5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2277394"/>
            <a:ext cx="776749" cy="577645"/>
          </a:xfrm>
          <a:prstGeom prst="rect">
            <a:avLst/>
          </a:prstGeom>
          <a:solidFill>
            <a:srgbClr val="FBE1EB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Geërgerd</a:t>
            </a: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892BDBD0-0450-0142-C3E5-53053D45E5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2277394"/>
            <a:ext cx="776749" cy="577645"/>
          </a:xfrm>
          <a:prstGeom prst="rect">
            <a:avLst/>
          </a:prstGeom>
          <a:solidFill>
            <a:srgbClr val="F5ADCC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Geïrriteerd</a:t>
            </a: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EB495947-EC9A-5CB8-DB28-F2C960A251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2277394"/>
            <a:ext cx="776749" cy="577645"/>
          </a:xfrm>
          <a:prstGeom prst="rect">
            <a:avLst/>
          </a:prstGeom>
          <a:solidFill>
            <a:srgbClr val="F5ADCC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Zorgelijk</a:t>
            </a: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04896DB0-E536-BF36-4499-3495A33041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5004" y="2277394"/>
            <a:ext cx="776749" cy="577645"/>
          </a:xfrm>
          <a:prstGeom prst="rect">
            <a:avLst/>
          </a:prstGeom>
          <a:solidFill>
            <a:srgbClr val="F5ADCC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Ongerust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0F02F27F-7FC2-789E-3AB9-47A5CDA4DB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2275635"/>
            <a:ext cx="776749" cy="577645"/>
          </a:xfrm>
          <a:prstGeom prst="rect">
            <a:avLst/>
          </a:prstGeom>
          <a:solidFill>
            <a:srgbClr val="F5ADCC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Angstig</a:t>
            </a:r>
          </a:p>
        </p:txBody>
      </p:sp>
      <p:sp>
        <p:nvSpPr>
          <p:cNvPr id="34" name="Rechthoek 33">
            <a:extLst>
              <a:ext uri="{FF2B5EF4-FFF2-40B4-BE49-F238E27FC236}">
                <a16:creationId xmlns:a16="http://schemas.microsoft.com/office/drawing/2014/main" id="{7F0D3B15-050C-E76F-663A-4CEDC2369F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1696065"/>
            <a:ext cx="776749" cy="577645"/>
          </a:xfrm>
          <a:prstGeom prst="rect">
            <a:avLst/>
          </a:prstGeom>
          <a:solidFill>
            <a:srgbClr val="FBE1EB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Rusteloos</a:t>
            </a:r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94D35CF8-A49F-09DE-FF3F-BD59529D98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1696065"/>
            <a:ext cx="776749" cy="577645"/>
          </a:xfrm>
          <a:prstGeom prst="rect">
            <a:avLst/>
          </a:prstGeom>
          <a:solidFill>
            <a:srgbClr val="F5ADCC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Nerveus</a:t>
            </a: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4B34DF19-70A1-F447-D3F5-2287DBEE94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1696065"/>
            <a:ext cx="776749" cy="577645"/>
          </a:xfrm>
          <a:prstGeom prst="rect">
            <a:avLst/>
          </a:prstGeom>
          <a:solidFill>
            <a:srgbClr val="E7457F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Boos</a:t>
            </a:r>
          </a:p>
        </p:txBody>
      </p:sp>
      <p:sp>
        <p:nvSpPr>
          <p:cNvPr id="37" name="Rechthoek 36">
            <a:extLst>
              <a:ext uri="{FF2B5EF4-FFF2-40B4-BE49-F238E27FC236}">
                <a16:creationId xmlns:a16="http://schemas.microsoft.com/office/drawing/2014/main" id="{B7CA6B4A-93E7-AD59-F707-FA9FD17726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5004" y="1696065"/>
            <a:ext cx="776749" cy="577645"/>
          </a:xfrm>
          <a:prstGeom prst="rect">
            <a:avLst/>
          </a:prstGeom>
          <a:solidFill>
            <a:srgbClr val="E7457F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Bang</a:t>
            </a:r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69EDAF67-2BC3-7A72-86C5-ACDED3EEE6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1694306"/>
            <a:ext cx="776749" cy="577645"/>
          </a:xfrm>
          <a:prstGeom prst="rect">
            <a:avLst/>
          </a:prstGeom>
          <a:solidFill>
            <a:srgbClr val="E7457F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Verbolgen</a:t>
            </a:r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1A2785AA-7E33-8CEA-08F9-95024E3A38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1112977"/>
            <a:ext cx="776749" cy="577645"/>
          </a:xfrm>
          <a:prstGeom prst="rect">
            <a:avLst/>
          </a:prstGeom>
          <a:solidFill>
            <a:srgbClr val="FBE1EB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Verbijsterd</a:t>
            </a:r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CD86ED58-DF70-2FC7-AB77-4C43CF5257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1112977"/>
            <a:ext cx="776749" cy="577645"/>
          </a:xfrm>
          <a:prstGeom prst="rect">
            <a:avLst/>
          </a:prstGeom>
          <a:solidFill>
            <a:srgbClr val="F5ADCC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Gespannen</a:t>
            </a:r>
          </a:p>
        </p:txBody>
      </p:sp>
      <p:sp>
        <p:nvSpPr>
          <p:cNvPr id="41" name="Rechthoek 40">
            <a:extLst>
              <a:ext uri="{FF2B5EF4-FFF2-40B4-BE49-F238E27FC236}">
                <a16:creationId xmlns:a16="http://schemas.microsoft.com/office/drawing/2014/main" id="{E94C3D1E-0DA2-8D9E-1E2B-42D429815E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1112977"/>
            <a:ext cx="776749" cy="577645"/>
          </a:xfrm>
          <a:prstGeom prst="rect">
            <a:avLst/>
          </a:prstGeom>
          <a:solidFill>
            <a:srgbClr val="E7457F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Gefrustreerd</a:t>
            </a:r>
          </a:p>
        </p:txBody>
      </p:sp>
      <p:sp>
        <p:nvSpPr>
          <p:cNvPr id="42" name="Rechthoek 41">
            <a:extLst>
              <a:ext uri="{FF2B5EF4-FFF2-40B4-BE49-F238E27FC236}">
                <a16:creationId xmlns:a16="http://schemas.microsoft.com/office/drawing/2014/main" id="{45AAEC81-1733-86A8-8C28-7FAC8FBBE3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5004" y="1112977"/>
            <a:ext cx="776749" cy="577645"/>
          </a:xfrm>
          <a:prstGeom prst="rect">
            <a:avLst/>
          </a:prstGeom>
          <a:solidFill>
            <a:srgbClr val="CC062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Driftig</a:t>
            </a:r>
          </a:p>
        </p:txBody>
      </p:sp>
      <p:sp>
        <p:nvSpPr>
          <p:cNvPr id="43" name="Rechthoek 42">
            <a:extLst>
              <a:ext uri="{FF2B5EF4-FFF2-40B4-BE49-F238E27FC236}">
                <a16:creationId xmlns:a16="http://schemas.microsoft.com/office/drawing/2014/main" id="{AA4CEA83-9B91-1D54-7B9E-7C4D46A51F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1111218"/>
            <a:ext cx="776749" cy="577645"/>
          </a:xfrm>
          <a:prstGeom prst="rect">
            <a:avLst/>
          </a:prstGeom>
          <a:solidFill>
            <a:srgbClr val="CC062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Pissig</a:t>
            </a:r>
          </a:p>
        </p:txBody>
      </p:sp>
      <p:sp>
        <p:nvSpPr>
          <p:cNvPr id="44" name="Rechthoek 43">
            <a:extLst>
              <a:ext uri="{FF2B5EF4-FFF2-40B4-BE49-F238E27FC236}">
                <a16:creationId xmlns:a16="http://schemas.microsoft.com/office/drawing/2014/main" id="{79B67C2D-0950-6039-9E34-26171D8152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529972"/>
            <a:ext cx="776749" cy="577645"/>
          </a:xfrm>
          <a:prstGeom prst="rect">
            <a:avLst/>
          </a:prstGeom>
          <a:solidFill>
            <a:srgbClr val="FBE1EB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Geschokt</a:t>
            </a:r>
          </a:p>
        </p:txBody>
      </p:sp>
      <p:sp>
        <p:nvSpPr>
          <p:cNvPr id="45" name="Rechthoek 44">
            <a:extLst>
              <a:ext uri="{FF2B5EF4-FFF2-40B4-BE49-F238E27FC236}">
                <a16:creationId xmlns:a16="http://schemas.microsoft.com/office/drawing/2014/main" id="{220C9298-42B0-B7C0-3CEC-D21E96A73D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529972"/>
            <a:ext cx="776749" cy="577645"/>
          </a:xfrm>
          <a:prstGeom prst="rect">
            <a:avLst/>
          </a:prstGeom>
          <a:solidFill>
            <a:srgbClr val="F5ADCC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Zenuwachtig</a:t>
            </a:r>
          </a:p>
        </p:txBody>
      </p:sp>
      <p:sp>
        <p:nvSpPr>
          <p:cNvPr id="46" name="Rechthoek 45">
            <a:extLst>
              <a:ext uri="{FF2B5EF4-FFF2-40B4-BE49-F238E27FC236}">
                <a16:creationId xmlns:a16="http://schemas.microsoft.com/office/drawing/2014/main" id="{E08B5B17-8860-9307-6998-B4ACD4B77C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529972"/>
            <a:ext cx="776749" cy="577645"/>
          </a:xfrm>
          <a:prstGeom prst="rect">
            <a:avLst/>
          </a:prstGeom>
          <a:solidFill>
            <a:srgbClr val="E7457F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Gestrest</a:t>
            </a:r>
          </a:p>
        </p:txBody>
      </p:sp>
      <p:sp>
        <p:nvSpPr>
          <p:cNvPr id="47" name="Rechthoek 46">
            <a:extLst>
              <a:ext uri="{FF2B5EF4-FFF2-40B4-BE49-F238E27FC236}">
                <a16:creationId xmlns:a16="http://schemas.microsoft.com/office/drawing/2014/main" id="{59E099AC-A1EA-4032-ABD3-1EA5405B16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5004" y="529972"/>
            <a:ext cx="776749" cy="577645"/>
          </a:xfrm>
          <a:prstGeom prst="rect">
            <a:avLst/>
          </a:prstGeom>
          <a:solidFill>
            <a:srgbClr val="CC062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In paniek</a:t>
            </a:r>
          </a:p>
        </p:txBody>
      </p:sp>
      <p:sp>
        <p:nvSpPr>
          <p:cNvPr id="48" name="Rechthoek 47">
            <a:extLst>
              <a:ext uri="{FF2B5EF4-FFF2-40B4-BE49-F238E27FC236}">
                <a16:creationId xmlns:a16="http://schemas.microsoft.com/office/drawing/2014/main" id="{AD0B2E9B-3391-1048-C72A-91649B9964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527165"/>
            <a:ext cx="776749" cy="577645"/>
          </a:xfrm>
          <a:prstGeom prst="rect">
            <a:avLst/>
          </a:prstGeom>
          <a:solidFill>
            <a:srgbClr val="CC062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Woedend</a:t>
            </a:r>
          </a:p>
        </p:txBody>
      </p:sp>
      <p:sp>
        <p:nvSpPr>
          <p:cNvPr id="49" name="Rechthoek 48">
            <a:extLst>
              <a:ext uri="{FF2B5EF4-FFF2-40B4-BE49-F238E27FC236}">
                <a16:creationId xmlns:a16="http://schemas.microsoft.com/office/drawing/2014/main" id="{27098249-63BA-0078-0E39-3822ACCBAF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13593" y="2851355"/>
            <a:ext cx="776749" cy="577645"/>
          </a:xfrm>
          <a:prstGeom prst="rect">
            <a:avLst/>
          </a:prstGeom>
          <a:solidFill>
            <a:srgbClr val="FDFFE7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Gelukkig</a:t>
            </a:r>
          </a:p>
        </p:txBody>
      </p:sp>
      <p:sp>
        <p:nvSpPr>
          <p:cNvPr id="50" name="Rechthoek 49">
            <a:extLst>
              <a:ext uri="{FF2B5EF4-FFF2-40B4-BE49-F238E27FC236}">
                <a16:creationId xmlns:a16="http://schemas.microsoft.com/office/drawing/2014/main" id="{6CC950B5-79CD-582A-2052-C29ADEE7F2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6844" y="2851355"/>
            <a:ext cx="776749" cy="577645"/>
          </a:xfrm>
          <a:prstGeom prst="rect">
            <a:avLst/>
          </a:prstGeom>
          <a:solidFill>
            <a:srgbClr val="FDFFE7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Speels</a:t>
            </a:r>
          </a:p>
        </p:txBody>
      </p:sp>
      <p:sp>
        <p:nvSpPr>
          <p:cNvPr id="51" name="Rechthoek 50">
            <a:extLst>
              <a:ext uri="{FF2B5EF4-FFF2-40B4-BE49-F238E27FC236}">
                <a16:creationId xmlns:a16="http://schemas.microsoft.com/office/drawing/2014/main" id="{96A6CB67-0D49-FBAA-DD15-8B2B5D3839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60095" y="2851355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Hoopvol</a:t>
            </a:r>
          </a:p>
        </p:txBody>
      </p:sp>
      <p:sp>
        <p:nvSpPr>
          <p:cNvPr id="52" name="Rechthoek 51">
            <a:extLst>
              <a:ext uri="{FF2B5EF4-FFF2-40B4-BE49-F238E27FC236}">
                <a16:creationId xmlns:a16="http://schemas.microsoft.com/office/drawing/2014/main" id="{C5A140BA-9054-D9AA-A448-E1B1A4023A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3346" y="2851355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Vreugdevol</a:t>
            </a:r>
          </a:p>
        </p:txBody>
      </p:sp>
      <p:sp>
        <p:nvSpPr>
          <p:cNvPr id="53" name="Rechthoek 52">
            <a:extLst>
              <a:ext uri="{FF2B5EF4-FFF2-40B4-BE49-F238E27FC236}">
                <a16:creationId xmlns:a16="http://schemas.microsoft.com/office/drawing/2014/main" id="{027ADACC-E7B8-3E82-CD8C-676FF1E329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6597" y="2855039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Monter</a:t>
            </a:r>
          </a:p>
        </p:txBody>
      </p:sp>
      <p:sp>
        <p:nvSpPr>
          <p:cNvPr id="54" name="Rechthoek 53">
            <a:extLst>
              <a:ext uri="{FF2B5EF4-FFF2-40B4-BE49-F238E27FC236}">
                <a16:creationId xmlns:a16="http://schemas.microsoft.com/office/drawing/2014/main" id="{B78AB77E-A708-5B8F-7181-4BBA698E11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13593" y="2277394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Ontroerd</a:t>
            </a:r>
          </a:p>
        </p:txBody>
      </p:sp>
      <p:sp>
        <p:nvSpPr>
          <p:cNvPr id="55" name="Rechthoek 54">
            <a:extLst>
              <a:ext uri="{FF2B5EF4-FFF2-40B4-BE49-F238E27FC236}">
                <a16:creationId xmlns:a16="http://schemas.microsoft.com/office/drawing/2014/main" id="{D37D96E3-80AF-AC41-0F7B-9E6AFD831A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6844" y="2277394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Trots</a:t>
            </a:r>
          </a:p>
        </p:txBody>
      </p:sp>
      <p:sp>
        <p:nvSpPr>
          <p:cNvPr id="56" name="Rechthoek 55">
            <a:extLst>
              <a:ext uri="{FF2B5EF4-FFF2-40B4-BE49-F238E27FC236}">
                <a16:creationId xmlns:a16="http://schemas.microsoft.com/office/drawing/2014/main" id="{9A758BBE-B589-54F8-4001-A57B728BE5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60095" y="2277394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Blij</a:t>
            </a:r>
          </a:p>
        </p:txBody>
      </p:sp>
      <p:sp>
        <p:nvSpPr>
          <p:cNvPr id="57" name="Rechthoek 56">
            <a:extLst>
              <a:ext uri="{FF2B5EF4-FFF2-40B4-BE49-F238E27FC236}">
                <a16:creationId xmlns:a16="http://schemas.microsoft.com/office/drawing/2014/main" id="{7BD85634-48F7-D12C-734C-6AEE0E6FA4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3346" y="2277394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Gefocust</a:t>
            </a:r>
          </a:p>
        </p:txBody>
      </p:sp>
      <p:sp>
        <p:nvSpPr>
          <p:cNvPr id="58" name="Rechthoek 57">
            <a:extLst>
              <a:ext uri="{FF2B5EF4-FFF2-40B4-BE49-F238E27FC236}">
                <a16:creationId xmlns:a16="http://schemas.microsoft.com/office/drawing/2014/main" id="{58C25DCC-00B9-D0A9-3444-FF38CE364D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6597" y="2275635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Verheugd</a:t>
            </a:r>
          </a:p>
        </p:txBody>
      </p:sp>
      <p:sp>
        <p:nvSpPr>
          <p:cNvPr id="59" name="Rechthoek 58">
            <a:extLst>
              <a:ext uri="{FF2B5EF4-FFF2-40B4-BE49-F238E27FC236}">
                <a16:creationId xmlns:a16="http://schemas.microsoft.com/office/drawing/2014/main" id="{5BBDBAF0-BDBA-32A6-6E61-DAFF2657C4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13593" y="1696065"/>
            <a:ext cx="776749" cy="577645"/>
          </a:xfrm>
          <a:prstGeom prst="rect">
            <a:avLst/>
          </a:prstGeom>
          <a:solidFill>
            <a:srgbClr val="F4FE90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Enthousiast</a:t>
            </a:r>
          </a:p>
        </p:txBody>
      </p:sp>
      <p:sp>
        <p:nvSpPr>
          <p:cNvPr id="60" name="Rechthoek 59">
            <a:extLst>
              <a:ext uri="{FF2B5EF4-FFF2-40B4-BE49-F238E27FC236}">
                <a16:creationId xmlns:a16="http://schemas.microsoft.com/office/drawing/2014/main" id="{0B3A0016-8E53-EEA1-28DD-3B186B773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6844" y="1696065"/>
            <a:ext cx="776749" cy="577645"/>
          </a:xfrm>
          <a:prstGeom prst="rect">
            <a:avLst/>
          </a:prstGeom>
          <a:solidFill>
            <a:srgbClr val="F4FE90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Optimistisch</a:t>
            </a:r>
          </a:p>
        </p:txBody>
      </p:sp>
      <p:sp>
        <p:nvSpPr>
          <p:cNvPr id="61" name="Rechthoek 60">
            <a:extLst>
              <a:ext uri="{FF2B5EF4-FFF2-40B4-BE49-F238E27FC236}">
                <a16:creationId xmlns:a16="http://schemas.microsoft.com/office/drawing/2014/main" id="{5EA2F77D-49B7-5DBA-8554-6A16015A66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60095" y="1696065"/>
            <a:ext cx="776749" cy="577645"/>
          </a:xfrm>
          <a:prstGeom prst="rect">
            <a:avLst/>
          </a:prstGeom>
          <a:solidFill>
            <a:srgbClr val="F4FE90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Opgetogen</a:t>
            </a:r>
          </a:p>
        </p:txBody>
      </p:sp>
      <p:sp>
        <p:nvSpPr>
          <p:cNvPr id="62" name="Rechthoek 61">
            <a:extLst>
              <a:ext uri="{FF2B5EF4-FFF2-40B4-BE49-F238E27FC236}">
                <a16:creationId xmlns:a16="http://schemas.microsoft.com/office/drawing/2014/main" id="{9944EB04-5E3C-A242-5E83-042627C38F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3346" y="1696065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Levendig</a:t>
            </a:r>
          </a:p>
        </p:txBody>
      </p:sp>
      <p:sp>
        <p:nvSpPr>
          <p:cNvPr id="63" name="Rechthoek 62">
            <a:extLst>
              <a:ext uri="{FF2B5EF4-FFF2-40B4-BE49-F238E27FC236}">
                <a16:creationId xmlns:a16="http://schemas.microsoft.com/office/drawing/2014/main" id="{C486743D-C1CA-C6AE-5D00-5E3180DE91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6597" y="1694306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Opgeladen</a:t>
            </a:r>
          </a:p>
        </p:txBody>
      </p:sp>
      <p:sp>
        <p:nvSpPr>
          <p:cNvPr id="64" name="Rechthoek 63">
            <a:extLst>
              <a:ext uri="{FF2B5EF4-FFF2-40B4-BE49-F238E27FC236}">
                <a16:creationId xmlns:a16="http://schemas.microsoft.com/office/drawing/2014/main" id="{73C85514-688D-7EF0-B3FF-CED1B5D072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13593" y="1112977"/>
            <a:ext cx="776749" cy="577645"/>
          </a:xfrm>
          <a:prstGeom prst="rect">
            <a:avLst/>
          </a:prstGeom>
          <a:solidFill>
            <a:srgbClr val="F7F703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Verrukt</a:t>
            </a:r>
          </a:p>
        </p:txBody>
      </p:sp>
      <p:sp>
        <p:nvSpPr>
          <p:cNvPr id="65" name="Rechthoek 64">
            <a:extLst>
              <a:ext uri="{FF2B5EF4-FFF2-40B4-BE49-F238E27FC236}">
                <a16:creationId xmlns:a16="http://schemas.microsoft.com/office/drawing/2014/main" id="{B76D5F70-01AF-DF71-458A-8B39F5196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6844" y="1112977"/>
            <a:ext cx="776749" cy="577645"/>
          </a:xfrm>
          <a:prstGeom prst="rect">
            <a:avLst/>
          </a:prstGeom>
          <a:solidFill>
            <a:srgbClr val="F7F703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Geïnspireerd</a:t>
            </a:r>
          </a:p>
        </p:txBody>
      </p:sp>
      <p:sp>
        <p:nvSpPr>
          <p:cNvPr id="66" name="Rechthoek 65">
            <a:extLst>
              <a:ext uri="{FF2B5EF4-FFF2-40B4-BE49-F238E27FC236}">
                <a16:creationId xmlns:a16="http://schemas.microsoft.com/office/drawing/2014/main" id="{F275EEC9-C9D8-5B00-5603-3D20E2C3FB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60095" y="1112977"/>
            <a:ext cx="776749" cy="577645"/>
          </a:xfrm>
          <a:prstGeom prst="rect">
            <a:avLst/>
          </a:prstGeom>
          <a:solidFill>
            <a:srgbClr val="F4FE90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Gemotiveerd</a:t>
            </a:r>
          </a:p>
        </p:txBody>
      </p:sp>
      <p:sp>
        <p:nvSpPr>
          <p:cNvPr id="67" name="Rechthoek 66">
            <a:extLst>
              <a:ext uri="{FF2B5EF4-FFF2-40B4-BE49-F238E27FC236}">
                <a16:creationId xmlns:a16="http://schemas.microsoft.com/office/drawing/2014/main" id="{2178261F-507B-F854-2DC1-F7CF2AF02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3346" y="1112977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Opgewekt</a:t>
            </a:r>
          </a:p>
        </p:txBody>
      </p:sp>
      <p:sp>
        <p:nvSpPr>
          <p:cNvPr id="68" name="Rechthoek 67">
            <a:extLst>
              <a:ext uri="{FF2B5EF4-FFF2-40B4-BE49-F238E27FC236}">
                <a16:creationId xmlns:a16="http://schemas.microsoft.com/office/drawing/2014/main" id="{636AEEB1-FCAA-FDBB-E991-49DB9C7AEF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6597" y="1111218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Hyper</a:t>
            </a:r>
          </a:p>
        </p:txBody>
      </p:sp>
      <p:sp>
        <p:nvSpPr>
          <p:cNvPr id="69" name="Rechthoek 68">
            <a:extLst>
              <a:ext uri="{FF2B5EF4-FFF2-40B4-BE49-F238E27FC236}">
                <a16:creationId xmlns:a16="http://schemas.microsoft.com/office/drawing/2014/main" id="{411F753D-7B1A-953A-3D4C-3482A6D602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13593" y="529972"/>
            <a:ext cx="776749" cy="577645"/>
          </a:xfrm>
          <a:prstGeom prst="rect">
            <a:avLst/>
          </a:prstGeom>
          <a:solidFill>
            <a:srgbClr val="F7F703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In extase</a:t>
            </a:r>
          </a:p>
        </p:txBody>
      </p:sp>
      <p:sp>
        <p:nvSpPr>
          <p:cNvPr id="70" name="Rechthoek 69">
            <a:extLst>
              <a:ext uri="{FF2B5EF4-FFF2-40B4-BE49-F238E27FC236}">
                <a16:creationId xmlns:a16="http://schemas.microsoft.com/office/drawing/2014/main" id="{F3136E9F-551D-3F4C-8033-32002077C5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6844" y="529972"/>
            <a:ext cx="776749" cy="577645"/>
          </a:xfrm>
          <a:prstGeom prst="rect">
            <a:avLst/>
          </a:prstGeom>
          <a:solidFill>
            <a:srgbClr val="F7F703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Opgewonden</a:t>
            </a:r>
          </a:p>
        </p:txBody>
      </p:sp>
      <p:sp>
        <p:nvSpPr>
          <p:cNvPr id="71" name="Rechthoek 70">
            <a:extLst>
              <a:ext uri="{FF2B5EF4-FFF2-40B4-BE49-F238E27FC236}">
                <a16:creationId xmlns:a16="http://schemas.microsoft.com/office/drawing/2014/main" id="{96122219-7C54-87C0-72A3-FCD5E340A9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60095" y="529972"/>
            <a:ext cx="776749" cy="577645"/>
          </a:xfrm>
          <a:prstGeom prst="rect">
            <a:avLst/>
          </a:prstGeom>
          <a:solidFill>
            <a:srgbClr val="F4FE90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 err="1">
                <a:solidFill>
                  <a:schemeClr val="tx1"/>
                </a:solidFill>
                <a:latin typeface="Ubuntu" panose="020B0504030602030204" pitchFamily="34" charset="0"/>
              </a:rPr>
              <a:t>Feest-stemming</a:t>
            </a:r>
            <a:endParaRPr lang="nl-NL" sz="900" dirty="0">
              <a:solidFill>
                <a:schemeClr val="tx1"/>
              </a:solidFill>
              <a:latin typeface="Ubuntu" panose="020B0504030602030204" pitchFamily="34" charset="0"/>
            </a:endParaRPr>
          </a:p>
        </p:txBody>
      </p:sp>
      <p:sp>
        <p:nvSpPr>
          <p:cNvPr id="72" name="Rechthoek 71">
            <a:extLst>
              <a:ext uri="{FF2B5EF4-FFF2-40B4-BE49-F238E27FC236}">
                <a16:creationId xmlns:a16="http://schemas.microsoft.com/office/drawing/2014/main" id="{FF53B254-97D8-8D6F-67E6-6AEECFB265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3346" y="529972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Vrolijk</a:t>
            </a:r>
          </a:p>
        </p:txBody>
      </p:sp>
      <p:sp>
        <p:nvSpPr>
          <p:cNvPr id="73" name="Rechthoek 72">
            <a:extLst>
              <a:ext uri="{FF2B5EF4-FFF2-40B4-BE49-F238E27FC236}">
                <a16:creationId xmlns:a16="http://schemas.microsoft.com/office/drawing/2014/main" id="{21DE9A47-9000-3D70-861A-83CF380A4D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6597" y="535833"/>
            <a:ext cx="776749" cy="577645"/>
          </a:xfrm>
          <a:prstGeom prst="rect">
            <a:avLst/>
          </a:prstGeom>
          <a:solidFill>
            <a:srgbClr val="FAFE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Verrast</a:t>
            </a:r>
          </a:p>
        </p:txBody>
      </p:sp>
      <p:sp>
        <p:nvSpPr>
          <p:cNvPr id="74" name="Rechthoek 73">
            <a:extLst>
              <a:ext uri="{FF2B5EF4-FFF2-40B4-BE49-F238E27FC236}">
                <a16:creationId xmlns:a16="http://schemas.microsoft.com/office/drawing/2014/main" id="{A0EE8146-4838-6153-CDA1-6E2A20E36D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5785015"/>
            <a:ext cx="776749" cy="577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Leeggezogen</a:t>
            </a:r>
          </a:p>
        </p:txBody>
      </p:sp>
      <p:sp>
        <p:nvSpPr>
          <p:cNvPr id="75" name="Rechthoek 74">
            <a:extLst>
              <a:ext uri="{FF2B5EF4-FFF2-40B4-BE49-F238E27FC236}">
                <a16:creationId xmlns:a16="http://schemas.microsoft.com/office/drawing/2014/main" id="{84BB1FC3-DC7E-023D-9A43-1646B9B088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5785015"/>
            <a:ext cx="776749" cy="5776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Opgebrand</a:t>
            </a:r>
          </a:p>
        </p:txBody>
      </p:sp>
      <p:sp>
        <p:nvSpPr>
          <p:cNvPr id="76" name="Rechthoek 75">
            <a:extLst>
              <a:ext uri="{FF2B5EF4-FFF2-40B4-BE49-F238E27FC236}">
                <a16:creationId xmlns:a16="http://schemas.microsoft.com/office/drawing/2014/main" id="{39D5E25D-C133-0A1B-4B44-57DE038CFA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5785015"/>
            <a:ext cx="776749" cy="5776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Troosteloos</a:t>
            </a:r>
          </a:p>
        </p:txBody>
      </p:sp>
      <p:sp>
        <p:nvSpPr>
          <p:cNvPr id="77" name="Rechthoek 76">
            <a:extLst>
              <a:ext uri="{FF2B5EF4-FFF2-40B4-BE49-F238E27FC236}">
                <a16:creationId xmlns:a16="http://schemas.microsoft.com/office/drawing/2014/main" id="{28D52C9E-78FE-CF94-8D83-7CE6D3B0D3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5004" y="5785015"/>
            <a:ext cx="776749" cy="57764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Hopeloos</a:t>
            </a:r>
          </a:p>
        </p:txBody>
      </p:sp>
      <p:sp>
        <p:nvSpPr>
          <p:cNvPr id="78" name="Rechthoek 77">
            <a:extLst>
              <a:ext uri="{FF2B5EF4-FFF2-40B4-BE49-F238E27FC236}">
                <a16:creationId xmlns:a16="http://schemas.microsoft.com/office/drawing/2014/main" id="{DD27E770-09F9-FB92-C214-B7E66B4647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5788699"/>
            <a:ext cx="776749" cy="57764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Wanhopig</a:t>
            </a:r>
          </a:p>
        </p:txBody>
      </p:sp>
      <p:sp>
        <p:nvSpPr>
          <p:cNvPr id="79" name="Rechthoek 78">
            <a:extLst>
              <a:ext uri="{FF2B5EF4-FFF2-40B4-BE49-F238E27FC236}">
                <a16:creationId xmlns:a16="http://schemas.microsoft.com/office/drawing/2014/main" id="{5E743223-FE69-8575-6BCE-D47FDE293C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5211054"/>
            <a:ext cx="776749" cy="577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Afgemat</a:t>
            </a:r>
          </a:p>
        </p:txBody>
      </p:sp>
      <p:sp>
        <p:nvSpPr>
          <p:cNvPr id="80" name="Rechthoek 79">
            <a:extLst>
              <a:ext uri="{FF2B5EF4-FFF2-40B4-BE49-F238E27FC236}">
                <a16:creationId xmlns:a16="http://schemas.microsoft.com/office/drawing/2014/main" id="{F6F60C99-6DF7-67E3-D9E3-3491E715EE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5211054"/>
            <a:ext cx="776749" cy="5776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Uitgeput</a:t>
            </a:r>
          </a:p>
        </p:txBody>
      </p:sp>
      <p:sp>
        <p:nvSpPr>
          <p:cNvPr id="81" name="Rechthoek 80">
            <a:extLst>
              <a:ext uri="{FF2B5EF4-FFF2-40B4-BE49-F238E27FC236}">
                <a16:creationId xmlns:a16="http://schemas.microsoft.com/office/drawing/2014/main" id="{ED410F2F-DFC5-B796-E495-8E7B5F1938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5211054"/>
            <a:ext cx="776749" cy="5776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Nors</a:t>
            </a:r>
          </a:p>
        </p:txBody>
      </p:sp>
      <p:sp>
        <p:nvSpPr>
          <p:cNvPr id="82" name="Rechthoek 81">
            <a:extLst>
              <a:ext uri="{FF2B5EF4-FFF2-40B4-BE49-F238E27FC236}">
                <a16:creationId xmlns:a16="http://schemas.microsoft.com/office/drawing/2014/main" id="{AB1DF564-5DCD-A171-DA17-F1DD69D352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5004" y="5211054"/>
            <a:ext cx="776749" cy="57764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Depressief</a:t>
            </a:r>
          </a:p>
        </p:txBody>
      </p:sp>
      <p:sp>
        <p:nvSpPr>
          <p:cNvPr id="83" name="Rechthoek 82">
            <a:extLst>
              <a:ext uri="{FF2B5EF4-FFF2-40B4-BE49-F238E27FC236}">
                <a16:creationId xmlns:a16="http://schemas.microsoft.com/office/drawing/2014/main" id="{C93A9920-5A34-EED6-CAB8-435CA96B20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5209295"/>
            <a:ext cx="776749" cy="57764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Moedeloos</a:t>
            </a:r>
          </a:p>
        </p:txBody>
      </p:sp>
      <p:sp>
        <p:nvSpPr>
          <p:cNvPr id="84" name="Rechthoek 83">
            <a:extLst>
              <a:ext uri="{FF2B5EF4-FFF2-40B4-BE49-F238E27FC236}">
                <a16:creationId xmlns:a16="http://schemas.microsoft.com/office/drawing/2014/main" id="{469A34AE-36D3-E2DC-9CD8-E0EBEAC1EB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4629725"/>
            <a:ext cx="776749" cy="577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Moe</a:t>
            </a:r>
          </a:p>
        </p:txBody>
      </p:sp>
      <p:sp>
        <p:nvSpPr>
          <p:cNvPr id="85" name="Rechthoek 84">
            <a:extLst>
              <a:ext uri="{FF2B5EF4-FFF2-40B4-BE49-F238E27FC236}">
                <a16:creationId xmlns:a16="http://schemas.microsoft.com/office/drawing/2014/main" id="{13B5BB33-3A53-E3E1-FBEF-B827858113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4629725"/>
            <a:ext cx="776749" cy="5776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Verslagen</a:t>
            </a:r>
          </a:p>
        </p:txBody>
      </p:sp>
      <p:sp>
        <p:nvSpPr>
          <p:cNvPr id="86" name="Rechthoek 85">
            <a:extLst>
              <a:ext uri="{FF2B5EF4-FFF2-40B4-BE49-F238E27FC236}">
                <a16:creationId xmlns:a16="http://schemas.microsoft.com/office/drawing/2014/main" id="{D05A2292-DEB2-E6E4-9F43-AD82D4DAB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4629725"/>
            <a:ext cx="776749" cy="5776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Eenzaam</a:t>
            </a:r>
          </a:p>
        </p:txBody>
      </p:sp>
      <p:sp>
        <p:nvSpPr>
          <p:cNvPr id="87" name="Rechthoek 86">
            <a:extLst>
              <a:ext uri="{FF2B5EF4-FFF2-40B4-BE49-F238E27FC236}">
                <a16:creationId xmlns:a16="http://schemas.microsoft.com/office/drawing/2014/main" id="{25A637DE-A412-B13E-4381-878F0572AB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56336" y="4629725"/>
            <a:ext cx="776749" cy="5776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Ellendig</a:t>
            </a:r>
          </a:p>
        </p:txBody>
      </p:sp>
      <p:sp>
        <p:nvSpPr>
          <p:cNvPr id="88" name="Rechthoek 87">
            <a:extLst>
              <a:ext uri="{FF2B5EF4-FFF2-40B4-BE49-F238E27FC236}">
                <a16:creationId xmlns:a16="http://schemas.microsoft.com/office/drawing/2014/main" id="{D0A2BA42-DCFE-CEEB-A871-1DF39C7161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4627966"/>
            <a:ext cx="776749" cy="5776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Vervreemd</a:t>
            </a:r>
          </a:p>
        </p:txBody>
      </p:sp>
      <p:sp>
        <p:nvSpPr>
          <p:cNvPr id="89" name="Rechthoek 88">
            <a:extLst>
              <a:ext uri="{FF2B5EF4-FFF2-40B4-BE49-F238E27FC236}">
                <a16:creationId xmlns:a16="http://schemas.microsoft.com/office/drawing/2014/main" id="{AAC1EC0F-79D5-45C9-5207-BDB09BBEDA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4046637"/>
            <a:ext cx="776749" cy="577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Verveeld</a:t>
            </a:r>
          </a:p>
        </p:txBody>
      </p:sp>
      <p:sp>
        <p:nvSpPr>
          <p:cNvPr id="90" name="Rechthoek 89">
            <a:extLst>
              <a:ext uri="{FF2B5EF4-FFF2-40B4-BE49-F238E27FC236}">
                <a16:creationId xmlns:a16="http://schemas.microsoft.com/office/drawing/2014/main" id="{DD67BC15-610E-6FCE-4674-4C2055ADAE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4046637"/>
            <a:ext cx="776749" cy="5776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Verdrietig</a:t>
            </a:r>
          </a:p>
        </p:txBody>
      </p:sp>
      <p:sp>
        <p:nvSpPr>
          <p:cNvPr id="91" name="Rechthoek 90">
            <a:extLst>
              <a:ext uri="{FF2B5EF4-FFF2-40B4-BE49-F238E27FC236}">
                <a16:creationId xmlns:a16="http://schemas.microsoft.com/office/drawing/2014/main" id="{14C90383-DFED-EAD5-439C-EDD33DDC3E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4046637"/>
            <a:ext cx="776749" cy="5776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Ontmoedigd</a:t>
            </a:r>
          </a:p>
        </p:txBody>
      </p:sp>
      <p:sp>
        <p:nvSpPr>
          <p:cNvPr id="92" name="Rechthoek 91">
            <a:extLst>
              <a:ext uri="{FF2B5EF4-FFF2-40B4-BE49-F238E27FC236}">
                <a16:creationId xmlns:a16="http://schemas.microsoft.com/office/drawing/2014/main" id="{545D104B-CF51-A8C3-A101-28DCFA45DE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5004" y="4046637"/>
            <a:ext cx="776749" cy="5776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Chagrijnig</a:t>
            </a:r>
          </a:p>
        </p:txBody>
      </p:sp>
      <p:sp>
        <p:nvSpPr>
          <p:cNvPr id="93" name="Rechthoek 92">
            <a:extLst>
              <a:ext uri="{FF2B5EF4-FFF2-40B4-BE49-F238E27FC236}">
                <a16:creationId xmlns:a16="http://schemas.microsoft.com/office/drawing/2014/main" id="{364A0520-8FB5-BD1A-2D1A-BC4D226FAD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4044878"/>
            <a:ext cx="776749" cy="5776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Pessimistisch</a:t>
            </a:r>
          </a:p>
        </p:txBody>
      </p:sp>
      <p:sp>
        <p:nvSpPr>
          <p:cNvPr id="94" name="Rechthoek 93">
            <a:extLst>
              <a:ext uri="{FF2B5EF4-FFF2-40B4-BE49-F238E27FC236}">
                <a16:creationId xmlns:a16="http://schemas.microsoft.com/office/drawing/2014/main" id="{5BD5BC7B-0F60-84C7-71A2-E63A58FBAC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95251" y="3463632"/>
            <a:ext cx="776749" cy="577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Apathisch</a:t>
            </a:r>
          </a:p>
        </p:txBody>
      </p:sp>
      <p:sp>
        <p:nvSpPr>
          <p:cNvPr id="95" name="Rechthoek 94">
            <a:extLst>
              <a:ext uri="{FF2B5EF4-FFF2-40B4-BE49-F238E27FC236}">
                <a16:creationId xmlns:a16="http://schemas.microsoft.com/office/drawing/2014/main" id="{E601069D-6322-8BF0-C7B3-416206EBF6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8502" y="3463632"/>
            <a:ext cx="776749" cy="577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Triest</a:t>
            </a:r>
          </a:p>
        </p:txBody>
      </p:sp>
      <p:sp>
        <p:nvSpPr>
          <p:cNvPr id="96" name="Rechthoek 95">
            <a:extLst>
              <a:ext uri="{FF2B5EF4-FFF2-40B4-BE49-F238E27FC236}">
                <a16:creationId xmlns:a16="http://schemas.microsoft.com/office/drawing/2014/main" id="{4A8957E9-AD6A-FA9E-178F-5CF2289614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41753" y="3463632"/>
            <a:ext cx="776749" cy="577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Teleurgesteld</a:t>
            </a:r>
          </a:p>
        </p:txBody>
      </p:sp>
      <p:sp>
        <p:nvSpPr>
          <p:cNvPr id="97" name="Rechthoek 96">
            <a:extLst>
              <a:ext uri="{FF2B5EF4-FFF2-40B4-BE49-F238E27FC236}">
                <a16:creationId xmlns:a16="http://schemas.microsoft.com/office/drawing/2014/main" id="{2AF10943-D3A9-C569-99C5-A2203E7407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5004" y="3463632"/>
            <a:ext cx="776749" cy="577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Somber</a:t>
            </a:r>
          </a:p>
        </p:txBody>
      </p:sp>
      <p:sp>
        <p:nvSpPr>
          <p:cNvPr id="98" name="Rechthoek 97">
            <a:extLst>
              <a:ext uri="{FF2B5EF4-FFF2-40B4-BE49-F238E27FC236}">
                <a16:creationId xmlns:a16="http://schemas.microsoft.com/office/drawing/2014/main" id="{75EE0B5B-AB35-A249-09F2-F1C06D3463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255" y="3469493"/>
            <a:ext cx="776749" cy="577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Walgend</a:t>
            </a:r>
          </a:p>
        </p:txBody>
      </p:sp>
      <p:sp>
        <p:nvSpPr>
          <p:cNvPr id="99" name="Rechthoek 98">
            <a:extLst>
              <a:ext uri="{FF2B5EF4-FFF2-40B4-BE49-F238E27FC236}">
                <a16:creationId xmlns:a16="http://schemas.microsoft.com/office/drawing/2014/main" id="{AD7D6A24-7975-D921-3DED-031AF90EC1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07878" y="5785015"/>
            <a:ext cx="776749" cy="57764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Sereen</a:t>
            </a:r>
          </a:p>
        </p:txBody>
      </p:sp>
      <p:sp>
        <p:nvSpPr>
          <p:cNvPr id="100" name="Rechthoek 99">
            <a:extLst>
              <a:ext uri="{FF2B5EF4-FFF2-40B4-BE49-F238E27FC236}">
                <a16:creationId xmlns:a16="http://schemas.microsoft.com/office/drawing/2014/main" id="{A21F2766-34DE-6FC6-CD10-BDB90641A5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1129" y="5785015"/>
            <a:ext cx="776749" cy="57764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Behaaglijk</a:t>
            </a:r>
          </a:p>
        </p:txBody>
      </p:sp>
      <p:sp>
        <p:nvSpPr>
          <p:cNvPr id="101" name="Rechthoek 100">
            <a:extLst>
              <a:ext uri="{FF2B5EF4-FFF2-40B4-BE49-F238E27FC236}">
                <a16:creationId xmlns:a16="http://schemas.microsoft.com/office/drawing/2014/main" id="{1E518471-278C-5114-B212-19671022B0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380" y="5785015"/>
            <a:ext cx="776749" cy="5776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Senang</a:t>
            </a:r>
          </a:p>
        </p:txBody>
      </p:sp>
      <p:sp>
        <p:nvSpPr>
          <p:cNvPr id="102" name="Rechthoek 101">
            <a:extLst>
              <a:ext uri="{FF2B5EF4-FFF2-40B4-BE49-F238E27FC236}">
                <a16:creationId xmlns:a16="http://schemas.microsoft.com/office/drawing/2014/main" id="{FD4E4C7A-525D-878C-EDFF-79C035C20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77631" y="5785015"/>
            <a:ext cx="776749" cy="577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Voldaan</a:t>
            </a:r>
          </a:p>
        </p:txBody>
      </p:sp>
      <p:sp>
        <p:nvSpPr>
          <p:cNvPr id="103" name="Rechthoek 102">
            <a:extLst>
              <a:ext uri="{FF2B5EF4-FFF2-40B4-BE49-F238E27FC236}">
                <a16:creationId xmlns:a16="http://schemas.microsoft.com/office/drawing/2014/main" id="{178910BA-4754-48F5-D69C-F491DE97D3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5788699"/>
            <a:ext cx="776749" cy="577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Slaperig</a:t>
            </a:r>
          </a:p>
        </p:txBody>
      </p:sp>
      <p:sp>
        <p:nvSpPr>
          <p:cNvPr id="104" name="Rechthoek 103">
            <a:extLst>
              <a:ext uri="{FF2B5EF4-FFF2-40B4-BE49-F238E27FC236}">
                <a16:creationId xmlns:a16="http://schemas.microsoft.com/office/drawing/2014/main" id="{CDFFBAF6-EC27-D28B-1A09-90476426A8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07878" y="5211054"/>
            <a:ext cx="776749" cy="57764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Zorgeloos</a:t>
            </a:r>
          </a:p>
        </p:txBody>
      </p:sp>
      <p:sp>
        <p:nvSpPr>
          <p:cNvPr id="105" name="Rechthoek 104">
            <a:extLst>
              <a:ext uri="{FF2B5EF4-FFF2-40B4-BE49-F238E27FC236}">
                <a16:creationId xmlns:a16="http://schemas.microsoft.com/office/drawing/2014/main" id="{5A4C407A-9FD3-CD0D-91F2-174B039BA6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1129" y="5211054"/>
            <a:ext cx="776749" cy="57764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Comfortabel</a:t>
            </a:r>
          </a:p>
        </p:txBody>
      </p:sp>
      <p:sp>
        <p:nvSpPr>
          <p:cNvPr id="106" name="Rechthoek 105">
            <a:extLst>
              <a:ext uri="{FF2B5EF4-FFF2-40B4-BE49-F238E27FC236}">
                <a16:creationId xmlns:a16="http://schemas.microsoft.com/office/drawing/2014/main" id="{5CBF01FE-0325-4DBD-ED9C-3E0AFF9FE5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380" y="5211054"/>
            <a:ext cx="776749" cy="5776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Vredig</a:t>
            </a:r>
          </a:p>
        </p:txBody>
      </p:sp>
      <p:sp>
        <p:nvSpPr>
          <p:cNvPr id="107" name="Rechthoek 106">
            <a:extLst>
              <a:ext uri="{FF2B5EF4-FFF2-40B4-BE49-F238E27FC236}">
                <a16:creationId xmlns:a16="http://schemas.microsoft.com/office/drawing/2014/main" id="{CE6E1669-AE55-2FF1-9E29-1A59BCFB49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77631" y="5211054"/>
            <a:ext cx="776749" cy="577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Bedachtzaam</a:t>
            </a:r>
          </a:p>
        </p:txBody>
      </p:sp>
      <p:sp>
        <p:nvSpPr>
          <p:cNvPr id="108" name="Rechthoek 107">
            <a:extLst>
              <a:ext uri="{FF2B5EF4-FFF2-40B4-BE49-F238E27FC236}">
                <a16:creationId xmlns:a16="http://schemas.microsoft.com/office/drawing/2014/main" id="{4CAC7C33-2982-7A17-1409-EA8C1239B9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5209295"/>
            <a:ext cx="776749" cy="577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Mild</a:t>
            </a:r>
          </a:p>
        </p:txBody>
      </p:sp>
      <p:sp>
        <p:nvSpPr>
          <p:cNvPr id="109" name="Rechthoek 108">
            <a:extLst>
              <a:ext uri="{FF2B5EF4-FFF2-40B4-BE49-F238E27FC236}">
                <a16:creationId xmlns:a16="http://schemas.microsoft.com/office/drawing/2014/main" id="{384F826C-F3F1-350D-818A-DA088C4D6A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07878" y="4629725"/>
            <a:ext cx="776749" cy="5776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In evenwicht</a:t>
            </a:r>
          </a:p>
        </p:txBody>
      </p:sp>
      <p:sp>
        <p:nvSpPr>
          <p:cNvPr id="110" name="Rechthoek 109">
            <a:extLst>
              <a:ext uri="{FF2B5EF4-FFF2-40B4-BE49-F238E27FC236}">
                <a16:creationId xmlns:a16="http://schemas.microsoft.com/office/drawing/2014/main" id="{085CDF1B-F9A5-BDA7-3767-DB79F571DE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1129" y="4629725"/>
            <a:ext cx="776749" cy="5776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Gezegend</a:t>
            </a:r>
          </a:p>
        </p:txBody>
      </p:sp>
      <p:sp>
        <p:nvSpPr>
          <p:cNvPr id="111" name="Rechthoek 110">
            <a:extLst>
              <a:ext uri="{FF2B5EF4-FFF2-40B4-BE49-F238E27FC236}">
                <a16:creationId xmlns:a16="http://schemas.microsoft.com/office/drawing/2014/main" id="{191196DB-7CD5-92D6-DFC2-D8E2FD9E3C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380" y="4629725"/>
            <a:ext cx="776749" cy="5776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Rustig</a:t>
            </a:r>
          </a:p>
        </p:txBody>
      </p:sp>
      <p:sp>
        <p:nvSpPr>
          <p:cNvPr id="112" name="Rechthoek 111">
            <a:extLst>
              <a:ext uri="{FF2B5EF4-FFF2-40B4-BE49-F238E27FC236}">
                <a16:creationId xmlns:a16="http://schemas.microsoft.com/office/drawing/2014/main" id="{BB1A0831-96D5-864E-BCD2-514CD950CD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77631" y="4629725"/>
            <a:ext cx="776749" cy="577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Meditatief</a:t>
            </a:r>
          </a:p>
        </p:txBody>
      </p:sp>
      <p:sp>
        <p:nvSpPr>
          <p:cNvPr id="113" name="Rechthoek 112">
            <a:extLst>
              <a:ext uri="{FF2B5EF4-FFF2-40B4-BE49-F238E27FC236}">
                <a16:creationId xmlns:a16="http://schemas.microsoft.com/office/drawing/2014/main" id="{9E0F88FC-B55A-5842-7658-1F589B4D38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4627966"/>
            <a:ext cx="776749" cy="577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Ontspannen</a:t>
            </a:r>
          </a:p>
        </p:txBody>
      </p:sp>
      <p:sp>
        <p:nvSpPr>
          <p:cNvPr id="114" name="Rechthoek 113">
            <a:extLst>
              <a:ext uri="{FF2B5EF4-FFF2-40B4-BE49-F238E27FC236}">
                <a16:creationId xmlns:a16="http://schemas.microsoft.com/office/drawing/2014/main" id="{FB4439F9-88F9-6A1F-F0A9-7BB22CD550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07878" y="4046637"/>
            <a:ext cx="776749" cy="577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Bewogen</a:t>
            </a:r>
          </a:p>
        </p:txBody>
      </p:sp>
      <p:sp>
        <p:nvSpPr>
          <p:cNvPr id="115" name="Rechthoek 114">
            <a:extLst>
              <a:ext uri="{FF2B5EF4-FFF2-40B4-BE49-F238E27FC236}">
                <a16:creationId xmlns:a16="http://schemas.microsoft.com/office/drawing/2014/main" id="{E36D1EE7-C5B1-A169-36D6-C940A64953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1129" y="4046637"/>
            <a:ext cx="776749" cy="577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Dankbaar</a:t>
            </a:r>
          </a:p>
        </p:txBody>
      </p:sp>
      <p:sp>
        <p:nvSpPr>
          <p:cNvPr id="116" name="Rechthoek 115">
            <a:extLst>
              <a:ext uri="{FF2B5EF4-FFF2-40B4-BE49-F238E27FC236}">
                <a16:creationId xmlns:a16="http://schemas.microsoft.com/office/drawing/2014/main" id="{7C156593-00F2-02A5-9C9B-FBE621A0F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380" y="4046637"/>
            <a:ext cx="776749" cy="577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Bevredigd</a:t>
            </a:r>
          </a:p>
        </p:txBody>
      </p:sp>
      <p:sp>
        <p:nvSpPr>
          <p:cNvPr id="117" name="Rechthoek 116">
            <a:extLst>
              <a:ext uri="{FF2B5EF4-FFF2-40B4-BE49-F238E27FC236}">
                <a16:creationId xmlns:a16="http://schemas.microsoft.com/office/drawing/2014/main" id="{CD507B99-3892-2D55-1DBD-1C7D12917B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77631" y="4046637"/>
            <a:ext cx="776749" cy="577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Veilig</a:t>
            </a:r>
          </a:p>
        </p:txBody>
      </p:sp>
      <p:sp>
        <p:nvSpPr>
          <p:cNvPr id="118" name="Rechthoek 117">
            <a:extLst>
              <a:ext uri="{FF2B5EF4-FFF2-40B4-BE49-F238E27FC236}">
                <a16:creationId xmlns:a16="http://schemas.microsoft.com/office/drawing/2014/main" id="{93A241FE-3554-AC01-5DBC-EAA5CE5F72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4044878"/>
            <a:ext cx="776749" cy="577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Kalm</a:t>
            </a:r>
          </a:p>
        </p:txBody>
      </p:sp>
      <p:sp>
        <p:nvSpPr>
          <p:cNvPr id="119" name="Rechthoek 118">
            <a:extLst>
              <a:ext uri="{FF2B5EF4-FFF2-40B4-BE49-F238E27FC236}">
                <a16:creationId xmlns:a16="http://schemas.microsoft.com/office/drawing/2014/main" id="{44F8FB45-322D-BAE5-F6E1-8822C47056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07878" y="3463632"/>
            <a:ext cx="776749" cy="577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Vervuld</a:t>
            </a:r>
          </a:p>
        </p:txBody>
      </p:sp>
      <p:sp>
        <p:nvSpPr>
          <p:cNvPr id="120" name="Rechthoek 119">
            <a:extLst>
              <a:ext uri="{FF2B5EF4-FFF2-40B4-BE49-F238E27FC236}">
                <a16:creationId xmlns:a16="http://schemas.microsoft.com/office/drawing/2014/main" id="{50DD1C86-38B2-8DCD-A08E-5EEE162253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1129" y="3463632"/>
            <a:ext cx="776749" cy="577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Liefdevol</a:t>
            </a:r>
          </a:p>
        </p:txBody>
      </p:sp>
      <p:sp>
        <p:nvSpPr>
          <p:cNvPr id="121" name="Rechthoek 120">
            <a:extLst>
              <a:ext uri="{FF2B5EF4-FFF2-40B4-BE49-F238E27FC236}">
                <a16:creationId xmlns:a16="http://schemas.microsoft.com/office/drawing/2014/main" id="{7A685761-3B25-14D2-5459-9A44850381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380" y="3463632"/>
            <a:ext cx="776749" cy="577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Content</a:t>
            </a:r>
          </a:p>
        </p:txBody>
      </p:sp>
      <p:sp>
        <p:nvSpPr>
          <p:cNvPr id="122" name="Rechthoek 121">
            <a:extLst>
              <a:ext uri="{FF2B5EF4-FFF2-40B4-BE49-F238E27FC236}">
                <a16:creationId xmlns:a16="http://schemas.microsoft.com/office/drawing/2014/main" id="{6A8314A9-0EDD-D61B-0092-2F26C73127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77631" y="3463632"/>
            <a:ext cx="776749" cy="577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Meegaand</a:t>
            </a:r>
          </a:p>
        </p:txBody>
      </p: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2685736-D690-D308-B46F-6A23CA8D01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3469493"/>
            <a:ext cx="776749" cy="577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Op je gemak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7B20B777-A6CE-8766-9145-AE3D28807E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380" y="2851355"/>
            <a:ext cx="776749" cy="577645"/>
          </a:xfrm>
          <a:prstGeom prst="rect">
            <a:avLst/>
          </a:prstGeom>
          <a:solidFill>
            <a:srgbClr val="FDFFE7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Hoopvol</a:t>
            </a:r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A975E24C-576D-40BA-90D7-AB16B4F358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77631" y="2851355"/>
            <a:ext cx="776749" cy="577645"/>
          </a:xfrm>
          <a:prstGeom prst="rect">
            <a:avLst/>
          </a:prstGeom>
          <a:solidFill>
            <a:srgbClr val="FDFFE7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Vreugdevol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2F7EA870-B648-74F6-184A-E8C22242B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2855039"/>
            <a:ext cx="776749" cy="577645"/>
          </a:xfrm>
          <a:prstGeom prst="rect">
            <a:avLst/>
          </a:prstGeom>
          <a:solidFill>
            <a:srgbClr val="FDFFE7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Monter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E6C9230F-F7AA-D2E0-EB41-F4B6EEF440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2275635"/>
            <a:ext cx="776749" cy="577645"/>
          </a:xfrm>
          <a:prstGeom prst="rect">
            <a:avLst/>
          </a:prstGeom>
          <a:solidFill>
            <a:srgbClr val="FDFFE7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Verheugd</a:t>
            </a: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A119D89C-52C8-E652-F3DA-BC007CA00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1694306"/>
            <a:ext cx="776749" cy="577645"/>
          </a:xfrm>
          <a:prstGeom prst="rect">
            <a:avLst/>
          </a:prstGeom>
          <a:solidFill>
            <a:srgbClr val="FDFFE7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Opgeladen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E0D1078F-3895-4844-95B9-F8774A616E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1111218"/>
            <a:ext cx="776749" cy="577645"/>
          </a:xfrm>
          <a:prstGeom prst="rect">
            <a:avLst/>
          </a:prstGeom>
          <a:solidFill>
            <a:srgbClr val="FDFFE7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Hyper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A64ACEF4-E145-2AA3-FA85-14E40E4B2E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00882" y="527165"/>
            <a:ext cx="776749" cy="577645"/>
          </a:xfrm>
          <a:prstGeom prst="rect">
            <a:avLst/>
          </a:prstGeom>
          <a:solidFill>
            <a:srgbClr val="FDFFE7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Verrast</a:t>
            </a: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08A107E9-A728-1117-D4EE-7086EB51C2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7882" y="4629642"/>
            <a:ext cx="776749" cy="5776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Ellendig</a:t>
            </a: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0AFFD53A-5CF0-BC80-9770-1B9A997C9B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467" y="4627883"/>
            <a:ext cx="776749" cy="5776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900" dirty="0">
                <a:solidFill>
                  <a:schemeClr val="tx1"/>
                </a:solidFill>
                <a:latin typeface="Ubuntu" panose="020B0504030602030204" pitchFamily="34" charset="0"/>
              </a:rPr>
              <a:t>Vervreemd</a:t>
            </a:r>
          </a:p>
        </p:txBody>
      </p:sp>
      <p:sp>
        <p:nvSpPr>
          <p:cNvPr id="21" name="Ovaal 20">
            <a:extLst>
              <a:ext uri="{FF2B5EF4-FFF2-40B4-BE49-F238E27FC236}">
                <a16:creationId xmlns:a16="http://schemas.microsoft.com/office/drawing/2014/main" id="{9B5879D5-3142-4242-5B1F-4F087EB139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8827" y="430674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+5</a:t>
            </a:r>
          </a:p>
        </p:txBody>
      </p:sp>
      <p:sp>
        <p:nvSpPr>
          <p:cNvPr id="22" name="Ovaal 21">
            <a:extLst>
              <a:ext uri="{FF2B5EF4-FFF2-40B4-BE49-F238E27FC236}">
                <a16:creationId xmlns:a16="http://schemas.microsoft.com/office/drawing/2014/main" id="{EC959AEA-158D-1AFF-BB77-EF8D3B3A62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8827" y="1000301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+4</a:t>
            </a:r>
          </a:p>
        </p:txBody>
      </p:sp>
      <p:sp>
        <p:nvSpPr>
          <p:cNvPr id="23" name="Ovaal 22">
            <a:extLst>
              <a:ext uri="{FF2B5EF4-FFF2-40B4-BE49-F238E27FC236}">
                <a16:creationId xmlns:a16="http://schemas.microsoft.com/office/drawing/2014/main" id="{CBF1D959-F0E8-BE00-2D58-EE51D4EEB6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8827" y="1585881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+3</a:t>
            </a:r>
          </a:p>
        </p:txBody>
      </p:sp>
      <p:sp>
        <p:nvSpPr>
          <p:cNvPr id="24" name="Ovaal 23">
            <a:extLst>
              <a:ext uri="{FF2B5EF4-FFF2-40B4-BE49-F238E27FC236}">
                <a16:creationId xmlns:a16="http://schemas.microsoft.com/office/drawing/2014/main" id="{556E9365-D9C6-DFD1-343F-C5A2EA3373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7409" y="2164363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+2</a:t>
            </a:r>
          </a:p>
        </p:txBody>
      </p:sp>
      <p:sp>
        <p:nvSpPr>
          <p:cNvPr id="25" name="Ovaal 24">
            <a:extLst>
              <a:ext uri="{FF2B5EF4-FFF2-40B4-BE49-F238E27FC236}">
                <a16:creationId xmlns:a16="http://schemas.microsoft.com/office/drawing/2014/main" id="{D40DBE41-0A6F-1902-E615-3913991DF7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7409" y="2751000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+1</a:t>
            </a:r>
          </a:p>
        </p:txBody>
      </p:sp>
      <p:sp>
        <p:nvSpPr>
          <p:cNvPr id="26" name="Ovaal 25">
            <a:extLst>
              <a:ext uri="{FF2B5EF4-FFF2-40B4-BE49-F238E27FC236}">
                <a16:creationId xmlns:a16="http://schemas.microsoft.com/office/drawing/2014/main" id="{67DBA2FD-A2EA-251F-0C65-83539B3256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5911" y="3933992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-1</a:t>
            </a:r>
          </a:p>
        </p:txBody>
      </p:sp>
      <p:sp>
        <p:nvSpPr>
          <p:cNvPr id="27" name="Ovaal 26">
            <a:extLst>
              <a:ext uri="{FF2B5EF4-FFF2-40B4-BE49-F238E27FC236}">
                <a16:creationId xmlns:a16="http://schemas.microsoft.com/office/drawing/2014/main" id="{11842DF8-81CB-467A-4E17-74E5627BED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5911" y="4503619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-2</a:t>
            </a:r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79DC15E9-E4F1-C7F1-FFB9-EBD82CCD00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5911" y="5089199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-3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E8DEC74F-F7CB-7D92-57F3-6E992FBE95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4493" y="5667681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-4</a:t>
            </a: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B978B060-812C-1321-D956-6A817A343F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74493" y="6254318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-5</a:t>
            </a:r>
          </a:p>
        </p:txBody>
      </p:sp>
      <p:sp>
        <p:nvSpPr>
          <p:cNvPr id="31" name="Ovaal 30">
            <a:extLst>
              <a:ext uri="{FF2B5EF4-FFF2-40B4-BE49-F238E27FC236}">
                <a16:creationId xmlns:a16="http://schemas.microsoft.com/office/drawing/2014/main" id="{D2307F4D-A7DF-B34A-9F35-44B80CD918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70707" y="3332216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+1</a:t>
            </a: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35CF158B-75E5-D122-3DA3-4F9FD09170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1741" y="3337278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+2</a:t>
            </a:r>
          </a:p>
        </p:txBody>
      </p:sp>
      <p:sp>
        <p:nvSpPr>
          <p:cNvPr id="33" name="Ovaal 32">
            <a:extLst>
              <a:ext uri="{FF2B5EF4-FFF2-40B4-BE49-F238E27FC236}">
                <a16:creationId xmlns:a16="http://schemas.microsoft.com/office/drawing/2014/main" id="{3DBCDA74-2221-FB3B-EC85-3FF77698F2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31419" y="3332216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+3</a:t>
            </a:r>
          </a:p>
        </p:txBody>
      </p:sp>
      <p:sp>
        <p:nvSpPr>
          <p:cNvPr id="124" name="Ovaal 123">
            <a:extLst>
              <a:ext uri="{FF2B5EF4-FFF2-40B4-BE49-F238E27FC236}">
                <a16:creationId xmlns:a16="http://schemas.microsoft.com/office/drawing/2014/main" id="{40D9D07D-A173-0BE8-F66F-18176003B4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95239" y="3329690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+4</a:t>
            </a:r>
          </a:p>
        </p:txBody>
      </p:sp>
      <p:sp>
        <p:nvSpPr>
          <p:cNvPr id="125" name="Ovaal 124">
            <a:extLst>
              <a:ext uri="{FF2B5EF4-FFF2-40B4-BE49-F238E27FC236}">
                <a16:creationId xmlns:a16="http://schemas.microsoft.com/office/drawing/2014/main" id="{669F6D7B-DB87-4337-6572-BBCE53E63F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66273" y="3329689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+5</a:t>
            </a:r>
          </a:p>
        </p:txBody>
      </p:sp>
      <p:sp>
        <p:nvSpPr>
          <p:cNvPr id="126" name="Ovaal 125">
            <a:extLst>
              <a:ext uri="{FF2B5EF4-FFF2-40B4-BE49-F238E27FC236}">
                <a16:creationId xmlns:a16="http://schemas.microsoft.com/office/drawing/2014/main" id="{3B4C2FBE-5088-99D6-BB9B-520DB05E0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82612" y="3337278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-1</a:t>
            </a:r>
          </a:p>
        </p:txBody>
      </p:sp>
      <p:sp>
        <p:nvSpPr>
          <p:cNvPr id="127" name="Ovaal 126">
            <a:extLst>
              <a:ext uri="{FF2B5EF4-FFF2-40B4-BE49-F238E27FC236}">
                <a16:creationId xmlns:a16="http://schemas.microsoft.com/office/drawing/2014/main" id="{4492E91A-F0CF-CE48-C88A-97A20110BA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95029" y="3340095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-2</a:t>
            </a:r>
          </a:p>
        </p:txBody>
      </p:sp>
      <p:sp>
        <p:nvSpPr>
          <p:cNvPr id="128" name="Ovaal 127">
            <a:extLst>
              <a:ext uri="{FF2B5EF4-FFF2-40B4-BE49-F238E27FC236}">
                <a16:creationId xmlns:a16="http://schemas.microsoft.com/office/drawing/2014/main" id="{89D6AB84-079F-1439-1E65-C9AD5B5878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29114" y="3329689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-3</a:t>
            </a:r>
          </a:p>
        </p:txBody>
      </p:sp>
      <p:sp>
        <p:nvSpPr>
          <p:cNvPr id="129" name="Ovaal 128">
            <a:extLst>
              <a:ext uri="{FF2B5EF4-FFF2-40B4-BE49-F238E27FC236}">
                <a16:creationId xmlns:a16="http://schemas.microsoft.com/office/drawing/2014/main" id="{EE5BE9A5-CCE7-8748-5447-1EEC70BEAA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47246" y="3342747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-4</a:t>
            </a:r>
          </a:p>
        </p:txBody>
      </p:sp>
      <p:sp>
        <p:nvSpPr>
          <p:cNvPr id="130" name="Ovaal 129">
            <a:extLst>
              <a:ext uri="{FF2B5EF4-FFF2-40B4-BE49-F238E27FC236}">
                <a16:creationId xmlns:a16="http://schemas.microsoft.com/office/drawing/2014/main" id="{04834E7E-E855-A850-982E-0A8133B733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7795" y="3332216"/>
            <a:ext cx="212349" cy="21668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sz="800" dirty="0">
                <a:latin typeface="Ubuntu" panose="020B0504030602030204" pitchFamily="34" charset="0"/>
              </a:rPr>
              <a:t>-5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CBB9C805-69F3-7BA6-E01C-3C298CAA764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969964" y="4711164"/>
            <a:ext cx="2933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chemeClr val="bg1">
                    <a:lumMod val="65000"/>
                  </a:schemeClr>
                </a:solidFill>
                <a:latin typeface="Ubuntu" panose="020B0504030602030204" pitchFamily="34" charset="0"/>
              </a:rPr>
              <a:t>energieniveau laag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4A1D9B8D-5151-0F10-0BAF-773BBABA15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-978222" y="1808368"/>
            <a:ext cx="2933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chemeClr val="bg1">
                    <a:lumMod val="65000"/>
                  </a:schemeClr>
                </a:solidFill>
                <a:latin typeface="Ubuntu" panose="020B0504030602030204" pitchFamily="34" charset="0"/>
              </a:rPr>
              <a:t>energieniveau hoog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A3E109CC-3107-E6A4-3A26-254132CD38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5468" y="6368103"/>
            <a:ext cx="3905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chemeClr val="bg1">
                    <a:lumMod val="65000"/>
                  </a:schemeClr>
                </a:solidFill>
                <a:latin typeface="Ubuntu" panose="020B0504030602030204" pitchFamily="34" charset="0"/>
              </a:rPr>
              <a:t>negatief gevoel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CCDF3808-1A37-1D86-5B05-C5BEE5A06D6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92138" y="6375131"/>
            <a:ext cx="3905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chemeClr val="bg1">
                    <a:lumMod val="65000"/>
                  </a:schemeClr>
                </a:solidFill>
                <a:latin typeface="Ubuntu" panose="020B0504030602030204" pitchFamily="34" charset="0"/>
              </a:rPr>
              <a:t>positief gevoel</a:t>
            </a:r>
          </a:p>
        </p:txBody>
      </p:sp>
      <p:pic>
        <p:nvPicPr>
          <p:cNvPr id="138" name="Afbeelding 137" descr="Afbeelding met schermopname, Lettertype, Graphics, logo&#10;&#10;Automatisch gegenereerde beschrijving">
            <a:extLst>
              <a:ext uri="{FF2B5EF4-FFF2-40B4-BE49-F238E27FC236}">
                <a16:creationId xmlns:a16="http://schemas.microsoft.com/office/drawing/2014/main" id="{BBED7D63-51C3-CF2D-976F-02AB533EC0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" y="6603190"/>
            <a:ext cx="1264790" cy="26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0366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162</Words>
  <Application>Microsoft Office PowerPoint</Application>
  <PresentationFormat>Diavoorstelling (4:3)</PresentationFormat>
  <Paragraphs>133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Ubuntu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Bedrijfskunde Opleiding Utrecht</dc:creator>
  <cp:lastModifiedBy>Bedrijfskunde Opleiding Utrecht</cp:lastModifiedBy>
  <cp:revision>10</cp:revision>
  <dcterms:created xsi:type="dcterms:W3CDTF">2024-05-22T19:05:56Z</dcterms:created>
  <dcterms:modified xsi:type="dcterms:W3CDTF">2024-07-19T07:38:41Z</dcterms:modified>
</cp:coreProperties>
</file>